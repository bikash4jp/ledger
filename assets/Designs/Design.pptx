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F7A00-0B80-DE97-7FDC-DF904DE51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D5EEB8-7B73-7F12-CED5-094F47A72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01B710-3C03-22A7-468D-EACA32C5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C30C21-48F6-9DFC-E6B3-B8E3339EC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8F6007-7C08-5F7D-AF35-8ADC76F7B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09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3C6B59-9B00-AF57-452B-C015337B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EE214A-D020-1850-5DD5-F684AB9E7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295A6-F087-0C11-CABB-E9D874EE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C547EB-113E-CDF5-C5AC-11BEB3381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E322E4-8044-FDA3-2721-36209B9D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74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98D276-E16D-7B2E-D017-3452CA3E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EE20FA-347E-C521-2A19-5FDC61ADC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406EA8-2046-FA67-E1F2-FEE9FA30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F374FF-B973-89E2-8B56-E9A63275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1DFA77-1FE3-0BE7-A83E-F6F3227D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862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AB134-9A18-E6B6-879A-02F233F6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93CDE9-3D07-7103-10E1-EB60A29D4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391A40-276D-D37C-3334-36412B517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9D3C7E-BBAD-F27B-0660-C1C16A7E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330EEF-B03A-C549-CAEF-E1010698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FF41FB-7F30-157F-25D4-E325F40A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79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F27EB-6709-6F50-FA80-DC629ABF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A56E89-F4DC-FF19-4A53-A60E457B8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8713A3-3884-8CAC-88DC-622E2A317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02A0D25-5763-BD6B-07BF-1BD807EB3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5D06417-D23B-CC6C-AAF3-2F6D54559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58C79D-1B91-7077-78B5-D880593C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8FFB3D-D0FC-AD33-9D3D-49597E00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2F9EF5-F515-A1B7-991F-E5BB2BAF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63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B29849-5CD8-2025-4069-A7E84072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58CC1EC-288F-46C8-61FB-0D259F41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1B5729E-9C2B-1D5F-9B59-58420ED28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1F4947-E94A-FF7D-CAD0-DC521B43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9328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F1699F6-9A4A-F293-4B71-81A8AF05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A5D568B-C09B-6B9F-32E8-2077E1B2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45B714-B117-A3B3-4BA8-66D967DB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7F4367-8BB5-C811-EA8D-6277DA66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EE3FDB-4876-365F-045C-AB1E71379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559FA7-2ECF-0922-3B09-5FA83221D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E20EEF-3E42-5BF2-57E9-DB912344F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C4036D-389D-2299-BBC8-CB1E3874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768E79-7FAD-267F-6EE4-1A9BCC5E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73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915AE5-7855-D707-2344-99A8757A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C65FD78-2F83-B5B6-2CB9-294045E5C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3534C8-E8DD-6A56-FF57-406300064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A36CF9-0EA2-F94C-ED68-886A7BDF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F87232-F65A-FFC6-5E65-AF4B8D33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260C0E-1DBF-EC34-CB21-9920D8E3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36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BA9E75-34D0-813A-22C7-5EAF59CE3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4DC0B5-A4B9-2295-54DF-88E7B2BEA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C11039-9263-A847-DD32-2CB58776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4A5DC3-6A0F-A3C0-F07F-320C30ABE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E151F5-A655-5833-6769-25BC1759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D9072D-8CB0-905B-2746-410E9447D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2CB912-C8A7-C472-07E6-4E4FD5428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BDBF82-9758-8783-E7A5-1B6229E6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05820E-03E1-F47F-1539-E12B094B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133EA3-4372-ADB6-0946-C844C219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73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EF7B08-9853-62AD-DB40-5EB7773C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76263D-027D-A974-34B5-5B23474BC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E7CA59-434B-ACD9-351F-5C2877ED4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4DAC2-9989-4A6F-9628-CB7CBD9B1A6C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CEDB8D-CCD0-F8EB-6642-44E49B4EB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470E77-3AB5-BE21-68FA-CC3C145C5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96FDE-DF1F-412F-B596-0F4F568050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68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C078530-5428-4B77-CA89-B8E3C9C9DB2D}"/>
              </a:ext>
            </a:extLst>
          </p:cNvPr>
          <p:cNvSpPr/>
          <p:nvPr/>
        </p:nvSpPr>
        <p:spPr>
          <a:xfrm>
            <a:off x="3195782" y="378691"/>
            <a:ext cx="3472873" cy="63730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AA2AAAB-A035-4439-A289-FD1BD5B68BD4}"/>
              </a:ext>
            </a:extLst>
          </p:cNvPr>
          <p:cNvSpPr/>
          <p:nvPr/>
        </p:nvSpPr>
        <p:spPr>
          <a:xfrm>
            <a:off x="3398982" y="923636"/>
            <a:ext cx="849745" cy="2678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ja-JP" sz="1000" dirty="0">
                <a:solidFill>
                  <a:schemeClr val="tx1"/>
                </a:solidFill>
              </a:rPr>
              <a:t>Cash Book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EDF10B3-EBB5-EFFF-CFF4-4C77F087C5D5}"/>
              </a:ext>
            </a:extLst>
          </p:cNvPr>
          <p:cNvSpPr/>
          <p:nvPr/>
        </p:nvSpPr>
        <p:spPr>
          <a:xfrm>
            <a:off x="4341091" y="923635"/>
            <a:ext cx="849745" cy="267855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ja-JP" sz="1050" dirty="0"/>
              <a:t>Journal</a:t>
            </a:r>
            <a:endParaRPr kumimoji="1" lang="ja-JP" altLang="en-US" sz="105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EF1C047-9E9C-61A5-14B1-379EE800D8C9}"/>
              </a:ext>
            </a:extLst>
          </p:cNvPr>
          <p:cNvSpPr/>
          <p:nvPr/>
        </p:nvSpPr>
        <p:spPr>
          <a:xfrm>
            <a:off x="3269673" y="1394690"/>
            <a:ext cx="3348181" cy="32696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1A3B1B-B0EF-684D-2E00-25763EAA3CBD}"/>
              </a:ext>
            </a:extLst>
          </p:cNvPr>
          <p:cNvSpPr txBox="1"/>
          <p:nvPr/>
        </p:nvSpPr>
        <p:spPr>
          <a:xfrm>
            <a:off x="3537527" y="1607127"/>
            <a:ext cx="1819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ja-JP" sz="1200" b="1" dirty="0"/>
              <a:t>Cash Book Entry</a:t>
            </a:r>
            <a:endParaRPr kumimoji="1" lang="ja-JP" altLang="en-US" sz="1200" b="1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3389F1C-C864-7498-BCE6-CA81D7427AD0}"/>
              </a:ext>
            </a:extLst>
          </p:cNvPr>
          <p:cNvSpPr/>
          <p:nvPr/>
        </p:nvSpPr>
        <p:spPr>
          <a:xfrm>
            <a:off x="3565235" y="1930400"/>
            <a:ext cx="951345" cy="32319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ja-JP" sz="1200" b="1" dirty="0"/>
              <a:t>Cash Out</a:t>
            </a:r>
            <a:endParaRPr kumimoji="1" lang="ja-JP" altLang="en-US" sz="1200" b="1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EF6D8AE-D49F-2B67-7249-ABDBA4DA3EDF}"/>
              </a:ext>
            </a:extLst>
          </p:cNvPr>
          <p:cNvSpPr/>
          <p:nvPr/>
        </p:nvSpPr>
        <p:spPr>
          <a:xfrm>
            <a:off x="4932217" y="1930399"/>
            <a:ext cx="951345" cy="323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ja-JP" sz="1400" b="1" dirty="0"/>
              <a:t>Cash In</a:t>
            </a:r>
            <a:endParaRPr kumimoji="1" lang="ja-JP" altLang="en-US" sz="14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27D4D89-1DA5-14BC-6CCE-149B458285EA}"/>
              </a:ext>
            </a:extLst>
          </p:cNvPr>
          <p:cNvSpPr txBox="1"/>
          <p:nvPr/>
        </p:nvSpPr>
        <p:spPr>
          <a:xfrm>
            <a:off x="3565235" y="2447636"/>
            <a:ext cx="1366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sz="1000" dirty="0"/>
              <a:t>Particular</a:t>
            </a:r>
            <a:endParaRPr kumimoji="1" lang="ja-JP" altLang="en-US" sz="1000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F8384CD-AC88-18E3-358B-E81FA38E55FB}"/>
              </a:ext>
            </a:extLst>
          </p:cNvPr>
          <p:cNvSpPr/>
          <p:nvPr/>
        </p:nvSpPr>
        <p:spPr>
          <a:xfrm>
            <a:off x="3565235" y="2693857"/>
            <a:ext cx="2678547" cy="2986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ja-JP" sz="1000" i="1" dirty="0">
                <a:solidFill>
                  <a:schemeClr val="tx1"/>
                </a:solidFill>
              </a:rPr>
              <a:t>Select the related a/c</a:t>
            </a:r>
            <a:endParaRPr kumimoji="1" lang="ja-JP" altLang="en-US" sz="1000" i="1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74F9F71-A08A-E7F8-D615-DAE0880F7378}"/>
              </a:ext>
            </a:extLst>
          </p:cNvPr>
          <p:cNvSpPr/>
          <p:nvPr/>
        </p:nvSpPr>
        <p:spPr>
          <a:xfrm>
            <a:off x="3565235" y="3204938"/>
            <a:ext cx="2678547" cy="3178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ja-JP" sz="1000" i="1" dirty="0">
                <a:solidFill>
                  <a:schemeClr val="tx1"/>
                </a:solidFill>
              </a:rPr>
              <a:t>Amount</a:t>
            </a:r>
            <a:endParaRPr kumimoji="1" lang="ja-JP" altLang="en-US" sz="1000" i="1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3A352E5-EE40-2E33-6A4C-3FBC490E78FD}"/>
              </a:ext>
            </a:extLst>
          </p:cNvPr>
          <p:cNvSpPr txBox="1"/>
          <p:nvPr/>
        </p:nvSpPr>
        <p:spPr>
          <a:xfrm>
            <a:off x="3537526" y="3014015"/>
            <a:ext cx="1366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sz="1000" dirty="0"/>
              <a:t>Amount</a:t>
            </a:r>
            <a:endParaRPr kumimoji="1" lang="ja-JP" altLang="en-US" sz="10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9C4207B-CDAE-5768-5867-22A0F39B5FEC}"/>
              </a:ext>
            </a:extLst>
          </p:cNvPr>
          <p:cNvSpPr txBox="1"/>
          <p:nvPr/>
        </p:nvSpPr>
        <p:spPr>
          <a:xfrm>
            <a:off x="3537526" y="3522091"/>
            <a:ext cx="1366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sz="1000" dirty="0"/>
              <a:t>Narration</a:t>
            </a:r>
            <a:endParaRPr kumimoji="1" lang="ja-JP" altLang="en-US" sz="10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3E5CCC3-D6E2-D660-443E-9AA45FE387C8}"/>
              </a:ext>
            </a:extLst>
          </p:cNvPr>
          <p:cNvSpPr/>
          <p:nvPr/>
        </p:nvSpPr>
        <p:spPr>
          <a:xfrm>
            <a:off x="3565235" y="3768312"/>
            <a:ext cx="2909456" cy="7704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F2A6EA9-BAEF-142D-18D1-EABD5B1E57E5}"/>
              </a:ext>
            </a:extLst>
          </p:cNvPr>
          <p:cNvSpPr/>
          <p:nvPr/>
        </p:nvSpPr>
        <p:spPr>
          <a:xfrm>
            <a:off x="3851564" y="4849091"/>
            <a:ext cx="2318327" cy="35098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ja-JP" sz="1100" b="1" dirty="0"/>
              <a:t>Save Cash Entry</a:t>
            </a:r>
            <a:endParaRPr kumimoji="1" lang="ja-JP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13592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45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bikash thapa</dc:creator>
  <cp:lastModifiedBy>bikash thapa</cp:lastModifiedBy>
  <cp:revision>1</cp:revision>
  <dcterms:created xsi:type="dcterms:W3CDTF">2025-12-16T08:39:45Z</dcterms:created>
  <dcterms:modified xsi:type="dcterms:W3CDTF">2025-12-16T08:39:45Z</dcterms:modified>
</cp:coreProperties>
</file>